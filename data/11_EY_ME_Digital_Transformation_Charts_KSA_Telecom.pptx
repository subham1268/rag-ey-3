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EY Middle East  |  Strategy &amp; 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Telecom Operator | Engagement ME-SO-2023-0147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Middle East  |  Strategy &amp; Operations Practice  |  October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better working world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Decline: Client vs GCC Peer Benchmarks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4864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005840"/>
            <a:ext cx="2560320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1051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ARPU decline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2057400"/>
            <a:ext cx="2560320" cy="868680"/>
          </a:xfrm>
          <a:prstGeom prst="rect">
            <a:avLst/>
          </a:prstGeom>
          <a:solidFill>
            <a:srgbClr val="EAF0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Peer 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3108960"/>
            <a:ext cx="2560320" cy="868680"/>
          </a:xfrm>
          <a:prstGeom prst="rect">
            <a:avLst/>
          </a:prstGeom>
          <a:solidFill>
            <a:srgbClr val="EAF0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114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1792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ARPU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Middle East Analysis | Q4 2023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Experience: NPS Benchmarking vs GCC Peers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868680"/>
            <a:ext cx="2926080" cy="3474720"/>
          </a:xfrm>
          <a:prstGeom prst="rect">
            <a:avLst/>
          </a:prstGeom>
          <a:solidFill>
            <a:srgbClr val="EAF0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NPS of +12 sits at the
</a:t>
            </a:r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28th percentile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GCC operators. Closing the gap to regional leader (+47) requires 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880360"/>
            <a:ext cx="27432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2971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 NPS 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target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Middle East CX Benchmarking Study | Q3 2023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Allocation: SAR 2.3B Across Four Horizons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486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960120"/>
            <a:ext cx="502920" cy="713232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9601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93408" y="960120"/>
            <a:ext cx="2148840" cy="713232"/>
          </a:xfrm>
          <a:prstGeom prst="rect">
            <a:avLst/>
          </a:prstGeom>
          <a:solidFill>
            <a:srgbClr val="EAF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9601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CDP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decommissions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02920" cy="713232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8288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93408" y="1828800"/>
            <a:ext cx="2148840" cy="713232"/>
          </a:xfrm>
          <a:prstGeom prst="rect">
            <a:avLst/>
          </a:prstGeom>
          <a:solidFill>
            <a:srgbClr val="EAF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CX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L1 auto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2697480"/>
            <a:ext cx="502920" cy="713232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6974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93408" y="2697480"/>
            <a:ext cx="2148840" cy="713232"/>
          </a:xfrm>
          <a:prstGeom prst="rect">
            <a:avLst/>
          </a:prstGeom>
          <a:solidFill>
            <a:srgbClr val="EAF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69748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slicing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B2B2X model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3566160"/>
            <a:ext cx="502920" cy="713232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5661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93408" y="3566160"/>
            <a:ext cx="2148840" cy="713232"/>
          </a:xfrm>
          <a:prstGeom prst="rect">
            <a:avLst/>
          </a:prstGeom>
          <a:solidFill>
            <a:srgbClr val="EAF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5661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BU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EAF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Programme NPV: SAR 4.8B  |  Payback Period: 22 months  |  IRR: 34%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Reduction: From 47 Days to 11 Days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Middle East Supply Chain Diagnostics | KSA Industrial Cluster | Jan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Analysis – KSA Telecom</dc:title>
  <dc:subject>PptxGenJS Presentation</dc:subject>
  <dc:creator>PptxGenJS</dc:creator>
  <cp:lastModifiedBy>PptxGenJS</cp:lastModifiedBy>
  <cp:revision>1</cp:revision>
  <dcterms:created xsi:type="dcterms:W3CDTF">2026-05-21T06:36:10Z</dcterms:created>
  <dcterms:modified xsi:type="dcterms:W3CDTF">2026-05-21T06:36:10Z</dcterms:modified>
</cp:coreProperties>
</file>