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EY Middle East  |  Risk &amp; Compliance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Report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Multi-Engagement Portfolio View | GCC Financial Services | Q4 2023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A0274F"/>
          </a:solidFill>
          <a:ln w="12700">
            <a:solidFill>
              <a:srgbClr val="A02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better working world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2E"/>
          </a:solidFill>
          <a:ln w="12700">
            <a:solidFill>
              <a:srgbClr val="4A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Alert Backlog: UAE Bank – Critical Escalation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94360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868680"/>
            <a:ext cx="2423160" cy="310896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CRITICAL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0" y="1417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Backlog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0" y="2057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Backlog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83680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7.1x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Target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83680" y="3337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14,200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3657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reached Dec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AML Assessment ME-RC-2023-0089 | UAE Bank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2E"/>
          </a:solidFill>
          <a:ln w="12700">
            <a:solidFill>
              <a:srgbClr val="4A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Risk Heat Map – Bahrain Development Bank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4572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86868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9240" y="960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Priority Actions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49240" y="1298448"/>
            <a:ext cx="3383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1417320"/>
            <a:ext cx="3383280" cy="896112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453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(SME)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40680" y="174650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IFRS 9 ECL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Watchlist Committee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49240" y="2468880"/>
            <a:ext cx="3383280" cy="896112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2505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Risk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0680" y="279806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 + EDR deployment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tier-2 staffing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49240" y="3520440"/>
            <a:ext cx="3383280" cy="896112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35570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Capital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38496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ICAAP monthly review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alignment plan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ERM Framework Assessment ME-RC-2023-0134 | BDB Bahrain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A0274F"/>
          </a:solidFill>
          <a:ln w="12700">
            <a:solidFill>
              <a:srgbClr val="A0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Maturity: KSA Conglomerate Pre-IPO Assessment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868680"/>
            <a:ext cx="3337560" cy="397764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960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Readiness Gaps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15000" y="1444752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14813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Composition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14813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-18pts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79008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4 independent directors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15000" y="2496312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79008" y="2532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RPT Governance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25328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-26pts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79008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Overhaul policy + disclosures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15000" y="3547872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35844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Information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35844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-23pts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79008" y="3931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pack +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EY Governance Assessment ME-RC-2023-0312 | KSA Conglomerate | Nov 2023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2E"/>
          </a:solidFill>
          <a:ln w="12700">
            <a:solidFill>
              <a:srgbClr val="4A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Maturity Gaps – Jordan Telecom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Minimum Target: 3.0 by Q4 2025  |  Source: EY Cybersecurity Assessment ME-RC-2024-0041 | Feb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&amp; Compliance Dashboard</dc:title>
  <dc:subject>PptxGenJS Presentation</dc:subject>
  <dc:creator>PptxGenJS</dc:creator>
  <cp:lastModifiedBy>PptxGenJS</cp:lastModifiedBy>
  <cp:revision>1</cp:revision>
  <dcterms:created xsi:type="dcterms:W3CDTF">2026-05-21T06:36:10Z</dcterms:created>
  <dcterms:modified xsi:type="dcterms:W3CDTF">2026-05-21T06:36:10Z</dcterms:modified>
</cp:coreProperties>
</file>